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4114800"/>
            <a:ext cx="2194560" cy="21945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54864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14859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C7D2FE"/>
                </a:solidFill>
                <a:latin typeface="Inter"/>
              </a:rPr>
              <a:t>TEAM PROJECT · 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4206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Veracity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Inter"/>
              </a:rPr>
              <a:t>Influencer Authenticity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Score any creator 0–100. Spot fake followers, bot engagement, and audience–content mismatch — before the brief is signed.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280160"/>
            <a:ext cx="61264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Inter"/>
              </a:rPr>
              <a:t>AUTHENTICITY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Ivy Marlowe  ·  @ivy.glow.beauty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2468880"/>
            <a:ext cx="2377440" cy="2377440"/>
          </a:xfrm>
          <a:prstGeom prst="ellipse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278892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1546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EF4444"/>
                </a:solidFill>
                <a:latin typeface="Consolas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947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Inter"/>
              </a:rPr>
              <a:t>LIKELY FAKE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60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Follower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25603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nsolas"/>
              </a:rPr>
              <a:t>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807208"/>
            <a:ext cx="2926080" cy="500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2807208"/>
            <a:ext cx="1170432" cy="5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1089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Engagement Authenticity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31089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Consolas"/>
              </a:rPr>
              <a:t>53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3355848"/>
            <a:ext cx="2926080" cy="500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3355848"/>
            <a:ext cx="1550822" cy="50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657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Audience–Content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3657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nsolas"/>
              </a:rPr>
              <a:t>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904488"/>
            <a:ext cx="2926080" cy="500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0" y="3904488"/>
            <a:ext cx="731520" cy="5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20624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Growth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4206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nsolas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4453128"/>
            <a:ext cx="2926080" cy="500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95360" y="4453128"/>
            <a:ext cx="438912" cy="5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Team Project · Week 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What we built, in one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 web app that scores any social-media creator on authenticity, broken into four signals and surfaced as a single 0–100 verdict.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Score</a:t>
            </a:r>
            <a:r>
              <a:rPr sz="1200">
                <a:solidFill>
                  <a:srgbClr val="64748B"/>
                </a:solidFill>
                <a:latin typeface="Inter"/>
              </a:rPr>
              <a:t>  weighted composite of four authenticity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Profile</a:t>
            </a:r>
            <a:r>
              <a:rPr sz="1200">
                <a:solidFill>
                  <a:srgbClr val="64748B"/>
                </a:solidFill>
                <a:latin typeface="Inter"/>
              </a:rPr>
              <a:t>  followers, posts, age, average likes at a glance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Timeline</a:t>
            </a:r>
            <a:r>
              <a:rPr sz="1200">
                <a:solidFill>
                  <a:srgbClr val="64748B"/>
                </a:solidFill>
                <a:latin typeface="Inter"/>
              </a:rPr>
              <a:t>  90-day · 6-month · 1-year engagement trends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Red flags</a:t>
            </a:r>
            <a:r>
              <a:rPr sz="1200">
                <a:solidFill>
                  <a:srgbClr val="64748B"/>
                </a:solidFill>
                <a:latin typeface="Inter"/>
              </a:rPr>
              <a:t>  ranked anomalies with severity tags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scoring signals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39" y="23774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90d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engagement window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0–100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authenticity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39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39" y="4389120"/>
            <a:ext cx="54864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2 plat.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Instagram + TikTok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03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Make influencer due-diligence a 10-second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Today, vetting a creator means stitching together screenshots, spreadsheets, and gut feel. We compress that loop into one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Replace manual vetting</a:t>
            </a:r>
            <a:r>
              <a:rPr sz="1200">
                <a:solidFill>
                  <a:srgbClr val="64748B"/>
                </a:solidFill>
                <a:latin typeface="Inter"/>
              </a:rPr>
              <a:t>  turn an hour of work into a glance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Standardise the verdict</a:t>
            </a:r>
            <a:r>
              <a:rPr sz="1200">
                <a:solidFill>
                  <a:srgbClr val="64748B"/>
                </a:solidFill>
                <a:latin typeface="Inter"/>
              </a:rPr>
              <a:t>  one number every stakeholder agrees 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Surface the why</a:t>
            </a:r>
            <a:r>
              <a:rPr sz="1200">
                <a:solidFill>
                  <a:srgbClr val="64748B"/>
                </a:solidFill>
                <a:latin typeface="Inter"/>
              </a:rPr>
              <a:t>  show the evidence, not just the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Stay extensible</a:t>
            </a:r>
            <a:r>
              <a:rPr sz="1200">
                <a:solidFill>
                  <a:srgbClr val="64748B"/>
                </a:solidFill>
                <a:latin typeface="Inter"/>
              </a:rPr>
              <a:t>  pluggable providers for any social 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73152" cy="3657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743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6366F1"/>
                </a:solidFill>
                <a:latin typeface="Georgia"/>
              </a:rPr>
              <a:t>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004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Brands lose ~$1.3B / year to fake influencer engagement.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120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Veracity gives that money a defensive moat — before contracts are signed.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Reach numbers lie. Brands pay for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Anyone can buy followers. Engagement pods make likes look organic. By the time a campaign underperforms, the budget is already gone.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Bought followers</a:t>
            </a:r>
            <a:r>
              <a:rPr sz="1200">
                <a:solidFill>
                  <a:srgbClr val="64748B"/>
                </a:solidFill>
                <a:latin typeface="Inter"/>
              </a:rPr>
              <a:t>  entire audiences fabricated overnight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Bot engagement</a:t>
            </a:r>
            <a:r>
              <a:rPr sz="1200">
                <a:solidFill>
                  <a:srgbClr val="64748B"/>
                </a:solidFill>
                <a:latin typeface="Inter"/>
              </a:rPr>
              <a:t>  generic comments, scripted likes, fake 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Audience drift</a:t>
            </a:r>
            <a:r>
              <a:rPr sz="1200">
                <a:solidFill>
                  <a:srgbClr val="64748B"/>
                </a:solidFill>
                <a:latin typeface="Inter"/>
              </a:rPr>
              <a:t>  niche creator with audience nothing like the niche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Velocity spikes</a:t>
            </a:r>
            <a:r>
              <a:rPr sz="1200">
                <a:solidFill>
                  <a:srgbClr val="64748B"/>
                </a:solidFill>
                <a:latin typeface="Inter"/>
              </a:rPr>
              <a:t>  sudden growth that has no organic explanation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49%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of accounts show fake activity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39" y="237744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$1.3B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annual ad-fraud loss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60s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to buy 10k followers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39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39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industry-standard score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One verdict, four signals, full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Veracity unifies the moving parts of authenticity into a single report — composite score on top, drill-downs underneath.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Follower quality</a:t>
            </a:r>
            <a:r>
              <a:rPr sz="1200">
                <a:solidFill>
                  <a:srgbClr val="64748B"/>
                </a:solidFill>
                <a:latin typeface="Inter"/>
              </a:rPr>
              <a:t>  profile signals on the audience itself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Engagement authenticity</a:t>
            </a:r>
            <a:r>
              <a:rPr sz="1200">
                <a:solidFill>
                  <a:srgbClr val="64748B"/>
                </a:solidFill>
                <a:latin typeface="Inter"/>
              </a:rPr>
              <a:t>  like / comment patterns over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Audience–content fit</a:t>
            </a:r>
            <a:r>
              <a:rPr sz="1200">
                <a:solidFill>
                  <a:srgbClr val="64748B"/>
                </a:solidFill>
                <a:latin typeface="Inter"/>
              </a:rPr>
              <a:t>  does the audience match the niche?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Growth pattern</a:t>
            </a:r>
            <a:r>
              <a:rPr sz="1200">
                <a:solidFill>
                  <a:srgbClr val="64748B"/>
                </a:solidFill>
                <a:latin typeface="Inter"/>
              </a:rPr>
              <a:t>  velocity anomalies and history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8892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2788920"/>
            <a:ext cx="7315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90779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React / Vite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2278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Dashboard · Compare · Live charts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646920" y="3703320"/>
            <a:ext cx="274320" cy="1828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388620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886200"/>
            <a:ext cx="731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0050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FastAPI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251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Auth · Scans · Scoring engine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9646920" y="4800600"/>
            <a:ext cx="274320" cy="1828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498348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63840" y="49834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510235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Providers +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42239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SQLAlchemy · pluggable mock/real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864108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Core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06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Compose four pure scoring functions into one 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Each signal is an independent, deterministic function. The engine weights and aggregates — no signal is a black 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Pure functions</a:t>
            </a:r>
            <a:r>
              <a:rPr sz="1200">
                <a:solidFill>
                  <a:srgbClr val="64748B"/>
                </a:solidFill>
                <a:latin typeface="Inter"/>
              </a:rPr>
              <a:t>  each subscore is testable in isolation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Deterministic</a:t>
            </a:r>
            <a:r>
              <a:rPr sz="1200">
                <a:solidFill>
                  <a:srgbClr val="64748B"/>
                </a:solidFill>
                <a:latin typeface="Inter"/>
              </a:rPr>
              <a:t>  same input, same score, every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Weighted composite</a:t>
            </a:r>
            <a:r>
              <a:rPr sz="1200">
                <a:solidFill>
                  <a:srgbClr val="64748B"/>
                </a:solidFill>
                <a:latin typeface="Inter"/>
              </a:rPr>
              <a:t>  tunable mix without touching the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Provider-agnostic</a:t>
            </a:r>
            <a:r>
              <a:rPr sz="1200">
                <a:solidFill>
                  <a:srgbClr val="64748B"/>
                </a:solidFill>
                <a:latin typeface="Inter"/>
              </a:rPr>
              <a:t>  same engine, any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AT A GLANCE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4320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99008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follower_quality.py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72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profile-level audience signals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2044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0" y="376732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engagement.py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496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comment + like pattern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29768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0" y="454456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audience_fit.py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niche vs. demographic 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07492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46720" y="532180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growth.py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041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follower-velocity anomaly detection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Target Audience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07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Who pays for this, and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Any team that signs a contract with a creator. The closer the team is to the spend, the higher the willingness to pay.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Influencer agencies</a:t>
            </a:r>
            <a:r>
              <a:rPr sz="1200">
                <a:solidFill>
                  <a:srgbClr val="64748B"/>
                </a:solidFill>
                <a:latin typeface="Inter"/>
              </a:rPr>
              <a:t>  vet rosters before pitching to brands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DTC marketing teams</a:t>
            </a:r>
            <a:r>
              <a:rPr sz="1200">
                <a:solidFill>
                  <a:srgbClr val="64748B"/>
                </a:solidFill>
                <a:latin typeface="Inter"/>
              </a:rPr>
              <a:t>  verify creators before media spend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 / comms</a:t>
            </a:r>
            <a:r>
              <a:rPr sz="1200">
                <a:solidFill>
                  <a:srgbClr val="64748B"/>
                </a:solidFill>
                <a:latin typeface="Inter"/>
              </a:rPr>
              <a:t>  protect reputation by avoiding fake amplifiers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Talent platforms</a:t>
            </a:r>
            <a:r>
              <a:rPr sz="1200">
                <a:solidFill>
                  <a:srgbClr val="64748B"/>
                </a:solidFill>
                <a:latin typeface="Inter"/>
              </a:rPr>
              <a:t>  score creators at scale on sign-up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B2B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primary go-to-market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39" y="23774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SMB→Mid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agencies of 5–200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Self-serve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no sales call to start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39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39" y="4389120"/>
            <a:ext cx="54864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embed in talent CRMs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485900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Value Proposition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08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VALUE PROPOSITION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Stop buying reach that doesn't exist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Veracity pays for itself the first time it kills a bad deal. Cheap to run, expensive to skip.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Save spend</a:t>
            </a:r>
            <a:r>
              <a:rPr sz="1200">
                <a:solidFill>
                  <a:srgbClr val="64748B"/>
                </a:solidFill>
                <a:latin typeface="Inter"/>
              </a:rPr>
              <a:t>  kill bad campaigns before the wire 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Save time</a:t>
            </a:r>
            <a:r>
              <a:rPr sz="1200">
                <a:solidFill>
                  <a:srgbClr val="64748B"/>
                </a:solidFill>
                <a:latin typeface="Inter"/>
              </a:rPr>
              <a:t>  replace a vetting spreadsheet with one URL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Defend reputation</a:t>
            </a:r>
            <a:r>
              <a:rPr sz="1200">
                <a:solidFill>
                  <a:srgbClr val="64748B"/>
                </a:solidFill>
                <a:latin typeface="Inter"/>
              </a:rPr>
              <a:t>  receipts for every creator you 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Scale due-diligence</a:t>
            </a:r>
            <a:r>
              <a:rPr sz="1200">
                <a:solidFill>
                  <a:srgbClr val="64748B"/>
                </a:solidFill>
                <a:latin typeface="Inter"/>
              </a:rPr>
              <a:t>  score 1 or 1,000 at the same cost per scan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73152" cy="3657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743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6366F1"/>
                </a:solidFill>
                <a:latin typeface="Georgia"/>
              </a:rPr>
              <a:t>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004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From an hour of guesswork to a 10-second answer.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120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One report. Four signals. A score every stakeholder trusts.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Growth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09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GROWTH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Land with a free score, expand into the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Acquire on a viral free check, monetise on team workflows, retain on the data network effect.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Free public scan</a:t>
            </a:r>
            <a:r>
              <a:rPr sz="1200">
                <a:solidFill>
                  <a:srgbClr val="64748B"/>
                </a:solidFill>
                <a:latin typeface="Inter"/>
              </a:rPr>
              <a:t>  single-handle check, shareable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Team workspaces</a:t>
            </a:r>
            <a:r>
              <a:rPr sz="1200">
                <a:solidFill>
                  <a:srgbClr val="64748B"/>
                </a:solidFill>
                <a:latin typeface="Inter"/>
              </a:rPr>
              <a:t>  bulk scanning, watchlists, exports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API tier</a:t>
            </a:r>
            <a:r>
              <a:rPr sz="1200">
                <a:solidFill>
                  <a:srgbClr val="64748B"/>
                </a:solidFill>
                <a:latin typeface="Inter"/>
              </a:rPr>
              <a:t>  embed scores into CRMs and talent platforms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Network effect</a:t>
            </a:r>
            <a:r>
              <a:rPr sz="1200">
                <a:solidFill>
                  <a:srgbClr val="64748B"/>
                </a:solidFill>
                <a:latin typeface="Inter"/>
              </a:rPr>
              <a:t>  every scan sharpens the model for everyone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AT A GLANCE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4320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99008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72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free single-handle check, shareable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2044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0" y="376732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496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team plan with bulk + watchlists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29768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0" y="454456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Embed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API tier into talent CRMs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07492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46720" y="532180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Retain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041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scan history compounds value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Revenue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10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REVENUE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Recurring SaaS with a pay-as-you-go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Predictable monthly revenue with usage-based upside. Margins scale with seat count; cost scales with scan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Free</a:t>
            </a:r>
            <a:r>
              <a:rPr sz="1200">
                <a:solidFill>
                  <a:srgbClr val="64748B"/>
                </a:solidFill>
                <a:latin typeface="Inter"/>
              </a:rPr>
              <a:t>  5 scans / month, single user, public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</a:t>
            </a:r>
            <a:r>
              <a:rPr sz="1200">
                <a:solidFill>
                  <a:srgbClr val="64748B"/>
                </a:solidFill>
                <a:latin typeface="Inter"/>
              </a:rPr>
              <a:t>  $49 / mo, 200 scans, watchlists, CSV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Team</a:t>
            </a:r>
            <a:r>
              <a:rPr sz="1200">
                <a:solidFill>
                  <a:srgbClr val="64748B"/>
                </a:solidFill>
                <a:latin typeface="Inter"/>
              </a:rPr>
              <a:t>  $199 / mo, 1k scans, multi-seat, audit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API</a:t>
            </a:r>
            <a:r>
              <a:rPr sz="1200">
                <a:solidFill>
                  <a:srgbClr val="64748B"/>
                </a:solidFill>
                <a:latin typeface="Inter"/>
              </a:rPr>
              <a:t>  usage-based, $0.05 / scan beyond plan ceiling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Pro / month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39" y="23774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$199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Team / month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$0.05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per scan, 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39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39" y="4389120"/>
            <a:ext cx="54864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85%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target gross margin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Costs &amp; Sustainability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11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COSTS &amp;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Cheap to run today, cheap to scale tomorrow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Stack chosen for low fixed cost. Variable cost lives in API calls to social platforms — bounded by per-plan ceilings.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Hosting</a:t>
            </a:r>
            <a:r>
              <a:rPr sz="1200">
                <a:solidFill>
                  <a:srgbClr val="64748B"/>
                </a:solidFill>
                <a:latin typeface="Inter"/>
              </a:rPr>
              <a:t>  $20–80 / mo at MVP scale (1 small VM + managed Postgres)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Storage</a:t>
            </a:r>
            <a:r>
              <a:rPr sz="1200">
                <a:solidFill>
                  <a:srgbClr val="64748B"/>
                </a:solidFill>
                <a:latin typeface="Inter"/>
              </a:rPr>
              <a:t>  Postgres + S3 for scan artifacts; cents per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Platform APIs</a:t>
            </a:r>
            <a:r>
              <a:rPr sz="1200">
                <a:solidFill>
                  <a:srgbClr val="64748B"/>
                </a:solidFill>
                <a:latin typeface="Inter"/>
              </a:rPr>
              <a:t>  pay-per-call; rate-limited and cached aggressively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Cache layer</a:t>
            </a:r>
            <a:r>
              <a:rPr sz="1200">
                <a:solidFill>
                  <a:srgbClr val="64748B"/>
                </a:solidFill>
                <a:latin typeface="Inter"/>
              </a:rPr>
              <a:t>  repeat scans for the same handle reuse fresh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AT A GLANCE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4320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99008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72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$20–80 / month at MVP scale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2044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0" y="376732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496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managed Postgres, pennies per GB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29768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0" y="454456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API calls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cached aggressively per handle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07492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46720" y="532180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Background jobs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041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queue isolates spikes from UX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2029968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Growth &amp; Business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GROWTH &amp; BUSINESS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Where the line goes if we get this 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 defensible category — once a brand standardises on a score, switching costs grow with every scan stored in the workspace.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Year 1</a:t>
            </a:r>
            <a:r>
              <a:rPr sz="1200">
                <a:solidFill>
                  <a:srgbClr val="64748B"/>
                </a:solidFill>
                <a:latin typeface="Inter"/>
              </a:rPr>
              <a:t>  200 paying teams, $250k ARR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Year 2</a:t>
            </a:r>
            <a:r>
              <a:rPr sz="1200">
                <a:solidFill>
                  <a:srgbClr val="64748B"/>
                </a:solidFill>
                <a:latin typeface="Inter"/>
              </a:rPr>
              <a:t>  API in 3+ talent CRMs, $1.2M ARR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Moat</a:t>
            </a:r>
            <a:r>
              <a:rPr sz="1200">
                <a:solidFill>
                  <a:srgbClr val="64748B"/>
                </a:solidFill>
                <a:latin typeface="Inter"/>
              </a:rPr>
              <a:t>  proprietary scan history compounds per-customer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Exit lanes</a:t>
            </a:r>
            <a:r>
              <a:rPr sz="1200">
                <a:solidFill>
                  <a:srgbClr val="64748B"/>
                </a:solidFill>
                <a:latin typeface="Inter"/>
              </a:rPr>
              <a:t>  strategic acquisition by an ad-fraud or talent 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3774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$250k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Year 1 ARR 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37744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39" y="2377440"/>
            <a:ext cx="54864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65176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$1.2M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347472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Year 2 ARR target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43891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3×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API integrations Y2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39" y="4389120"/>
            <a:ext cx="187451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39" y="4389120"/>
            <a:ext cx="54864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4663440"/>
            <a:ext cx="16001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onsolas"/>
              </a:rPr>
              <a:t>&lt;5%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5486400"/>
            <a:ext cx="1600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monthly churn target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641348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Technical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13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TECHNICAL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Three layers, swappable parts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React on top, FastAPI in the middle, SQLAlchemy + pluggable providers underneath. Each layer is replaceable on its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Frontend</a:t>
            </a:r>
            <a:r>
              <a:rPr sz="1200">
                <a:solidFill>
                  <a:srgbClr val="64748B"/>
                </a:solidFill>
                <a:latin typeface="Inter"/>
              </a:rPr>
              <a:t>  Vite + React + TypeScript + Tailwind, Router-based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Backend</a:t>
            </a:r>
            <a:r>
              <a:rPr sz="1200">
                <a:solidFill>
                  <a:srgbClr val="64748B"/>
                </a:solidFill>
                <a:latin typeface="Inter"/>
              </a:rPr>
              <a:t>  FastAPI service with JWT auth and BackgroundTasks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Scoring</a:t>
            </a:r>
            <a:r>
              <a:rPr sz="1200">
                <a:solidFill>
                  <a:srgbClr val="64748B"/>
                </a:solidFill>
                <a:latin typeface="Inter"/>
              </a:rPr>
              <a:t>  four pure functions composed by a weighted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Providers</a:t>
            </a:r>
            <a:r>
              <a:rPr sz="1200">
                <a:solidFill>
                  <a:srgbClr val="64748B"/>
                </a:solidFill>
                <a:latin typeface="Inter"/>
              </a:rPr>
              <a:t>  Protocol-typed interface; mock today, real APIs tomorrow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8892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2788920"/>
            <a:ext cx="7315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90779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React / Vite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2278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Dashboard · Compare · Live charts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646920" y="3703320"/>
            <a:ext cx="274320" cy="1828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388620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886200"/>
            <a:ext cx="731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0050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FastAPI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251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Auth · Scans · Scoring engine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9646920" y="4800600"/>
            <a:ext cx="274320" cy="1828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4983480"/>
            <a:ext cx="38404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63840" y="49834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510235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Providers +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42239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SQLAlchemy · pluggable mock/real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System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SYSTEM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What the user actually 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Every screen exists to answer one question — is this creator's audience real? Each feature is one piece of that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Live dashboard</a:t>
            </a:r>
            <a:r>
              <a:rPr sz="1200">
                <a:solidFill>
                  <a:srgbClr val="64748B"/>
                </a:solidFill>
                <a:latin typeface="Inter"/>
              </a:rPr>
              <a:t>  gauge, subscores, animated 90d / 6m / 1y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Compare mode</a:t>
            </a:r>
            <a:r>
              <a:rPr sz="1200">
                <a:solidFill>
                  <a:srgbClr val="64748B"/>
                </a:solidFill>
                <a:latin typeface="Inter"/>
              </a:rPr>
              <a:t>  two creators, side-by-side verdict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Red-flags panel</a:t>
            </a:r>
            <a:r>
              <a:rPr sz="1200">
                <a:solidFill>
                  <a:srgbClr val="64748B"/>
                </a:solidFill>
                <a:latin typeface="Inter"/>
              </a:rPr>
              <a:t>  ranked, severity-tagged anomalies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Suspicious followers</a:t>
            </a:r>
            <a:r>
              <a:rPr sz="1200">
                <a:solidFill>
                  <a:srgbClr val="64748B"/>
                </a:solidFill>
                <a:latin typeface="Inter"/>
              </a:rPr>
              <a:t>  sample of flagged accounts with reasons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AT A GLANCE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4320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99008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816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72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score · subscores · timeline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52044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0" y="376732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496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side-by-side scan diffs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29768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46720" y="454456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70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Red flags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severity-ranked anomalies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074920"/>
            <a:ext cx="38404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46720" y="532180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4041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every scan timestamped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Veracity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Inter"/>
              </a:rPr>
              <a:t>Influencer Authenticity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65760"/>
            <a:ext cx="1485900" cy="292608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4338CA"/>
                </a:solidFill>
                <a:latin typeface="Inter"/>
              </a:rPr>
              <a:t>Security &amp; Ethics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Veracity · Influencer Authenticity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96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SECURITY &amp; ETHICS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93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Trust the score because you can audit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57984"/>
            <a:ext cx="548640" cy="34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 scoring product is only as good as its accountability. We hash credentials, log every scan, and never store private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Credentials</a:t>
            </a:r>
            <a:r>
              <a:rPr sz="1200">
                <a:solidFill>
                  <a:srgbClr val="64748B"/>
                </a:solidFill>
                <a:latin typeface="Inter"/>
              </a:rPr>
              <a:t>  bcrypt-hashed, never stored in plaintext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9352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959352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5935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Tokens</a:t>
            </a:r>
            <a:r>
              <a:rPr sz="1200">
                <a:solidFill>
                  <a:srgbClr val="64748B"/>
                </a:solidFill>
                <a:latin typeface="Inter"/>
              </a:rPr>
              <a:t>  short-lived JWTs, no server-side session sprawl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18304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18304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71830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Public data only</a:t>
            </a:r>
            <a:r>
              <a:rPr sz="1200">
                <a:solidFill>
                  <a:srgbClr val="64748B"/>
                </a:solidFill>
                <a:latin typeface="Inter"/>
              </a:rPr>
              <a:t>  no private DMs, no scraped private accounts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77256"/>
            <a:ext cx="502920" cy="5943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477256"/>
            <a:ext cx="6217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47725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Right to recourse</a:t>
            </a:r>
            <a:r>
              <a:rPr sz="1200">
                <a:solidFill>
                  <a:srgbClr val="64748B"/>
                </a:solidFill>
                <a:latin typeface="Inter"/>
              </a:rPr>
              <a:t>  every flag is explainable; nothing is a black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GUARDRAILS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788920"/>
            <a:ext cx="3840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01000" y="2935224"/>
            <a:ext cx="86868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017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Stateless auth, short-lived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703320"/>
            <a:ext cx="3840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3849624"/>
            <a:ext cx="868680" cy="50292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Bcrypt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9319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Salted password hashing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617720"/>
            <a:ext cx="3840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01000" y="4764024"/>
            <a:ext cx="868680" cy="5029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RBAC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Per-agency data isolation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5532120"/>
            <a:ext cx="3840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01000" y="5678424"/>
            <a:ext cx="868680" cy="5029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760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Every scan logged + timestamped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